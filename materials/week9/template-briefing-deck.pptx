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you will SAY on this slide. Keep it short and point to your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Northgate Supply Co. — Cybersecurity Assessment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NIST CSF 2.0 assessment · findings and remediation</a:t>
            </a:r>
          </a:p>
          <a:p>
            <a:pPr>
              <a:defRPr sz="2400"/>
            </a:pPr>
            <a:r>
              <a:t>[Team name] · [date]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Purpose &amp;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Why we did this assessment</a:t>
            </a:r>
          </a:p>
          <a:p>
            <a:pPr>
              <a:defRPr sz="2200"/>
            </a:pPr>
            <a:r>
              <a:t>What we will cover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Scope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41-question weighted NIST CSF 2.0 questionnaire</a:t>
            </a:r>
          </a:p>
          <a:p>
            <a:pPr>
              <a:defRPr sz="2200"/>
            </a:pPr>
            <a:r>
              <a:t>Interviews, policy and artifact review, network and vulnerability scans</a:t>
            </a:r>
          </a:p>
          <a:p>
            <a:pPr>
              <a:defRPr sz="2200"/>
            </a:pPr>
            <a:r>
              <a:t>Five response levels: Fully · Almost · Mostly · Somewhat · Not Compliant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Overall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Overall compliance: __%  ·  Maturity (CMM): __ of 5  ·  Hygiene: ____</a:t>
            </a:r>
          </a:p>
          <a:p>
            <a:pPr>
              <a:defRPr sz="2200"/>
            </a:pPr>
            <a:r>
              <a:t>One sentence a leader will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Maturity by NIST CSF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Paste a chart or table from your Dashboard</a:t>
            </a:r>
          </a:p>
          <a:p>
            <a:pPr>
              <a:defRPr sz="2200"/>
            </a:pPr>
            <a:r>
              <a:t>Strongest function: ____   Weakest: 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Strengths &amp; Priority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What Northgate does well (with evidence)</a:t>
            </a:r>
          </a:p>
          <a:p>
            <a:pPr>
              <a:defRPr sz="2200"/>
            </a:pPr>
            <a:r>
              <a:t>The biggest gaps (with evidence)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Critical Scan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Critical and High findings from SCAN-03</a:t>
            </a:r>
          </a:p>
          <a:p>
            <a:pPr>
              <a:defRPr sz="2200"/>
            </a:pPr>
            <a:r>
              <a:t>Why they matter,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Top Risks &amp; Heat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Your top 5 risks with ratings</a:t>
            </a:r>
          </a:p>
          <a:p>
            <a:pPr>
              <a:defRPr sz="2200"/>
            </a:pPr>
            <a:r>
              <a:t>Picture of your heat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Remediation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0–30 days: ____</a:t>
            </a:r>
          </a:p>
          <a:p>
            <a:pPr>
              <a:defRPr sz="2200"/>
            </a:pPr>
            <a:r>
              <a:t>31–90 days: ____</a:t>
            </a:r>
          </a:p>
          <a:p>
            <a:pPr>
              <a:defRPr sz="2200"/>
            </a:pPr>
            <a:r>
              <a:t>91–180 days: 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8102E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3 things leadership should approve today</a:t>
            </a:r>
          </a:p>
          <a:p>
            <a:pPr>
              <a:defRPr sz="2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Northgate Supply Co. — Confidential (training material) · MCCoE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